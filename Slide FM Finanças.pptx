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530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7113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46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35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755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341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042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03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342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1245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162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867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716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470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159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159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400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747177-6395-4B56-BEFE-9CE6B7BFEDB4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A73746-E31B-4507-A41A-3D21DBE5D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4943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B8AB1-48C2-8BC4-26C6-B2052FBF1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465"/>
            <a:ext cx="9144000" cy="1640585"/>
          </a:xfrm>
        </p:spPr>
        <p:txBody>
          <a:bodyPr/>
          <a:lstStyle/>
          <a:p>
            <a:pPr algn="ctr"/>
            <a:r>
              <a:rPr lang="pt-BR" b="1" dirty="0"/>
              <a:t>FM Finanças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B854BE-0254-1BC7-984A-B8DCD26FD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6088" y="1719071"/>
            <a:ext cx="9144000" cy="485546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dirty="0"/>
              <a:t>Aplicativo de controle financeiro pessoal.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Objetivo:</a:t>
            </a:r>
          </a:p>
          <a:p>
            <a:pPr algn="l"/>
            <a:r>
              <a:rPr lang="pt-BR" dirty="0"/>
              <a:t>facilitar o registro e acompanhamento das despesas do usuário</a:t>
            </a:r>
          </a:p>
          <a:p>
            <a:pPr algn="l"/>
            <a:r>
              <a:rPr lang="pt-BR" dirty="0" err="1"/>
              <a:t>ControlE</a:t>
            </a:r>
            <a:r>
              <a:rPr lang="pt-BR" dirty="0"/>
              <a:t> DE gastos</a:t>
            </a:r>
          </a:p>
          <a:p>
            <a:pPr algn="l"/>
            <a:r>
              <a:rPr lang="pt-BR" dirty="0"/>
              <a:t>planejamento financeiro.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Aplicativo desenvolvido para registrar despesas,</a:t>
            </a:r>
          </a:p>
          <a:p>
            <a:pPr algn="l"/>
            <a:r>
              <a:rPr lang="pt-BR" dirty="0"/>
              <a:t>acompanhar categorias e facilitar a gestão financeira pessoal.</a:t>
            </a:r>
          </a:p>
          <a:p>
            <a:pPr algn="l"/>
            <a:endParaRPr lang="pt-BR" b="1" dirty="0"/>
          </a:p>
          <a:p>
            <a:pPr algn="l"/>
            <a:r>
              <a:rPr lang="pt-BR" b="1" dirty="0"/>
              <a:t>DESENVOLVIDO POR:</a:t>
            </a:r>
          </a:p>
          <a:p>
            <a:pPr algn="l"/>
            <a:r>
              <a:rPr lang="pt-BR" b="1" dirty="0"/>
              <a:t>FILIPE DE OLIVEIRA SOUZA GOMES</a:t>
            </a:r>
          </a:p>
          <a:p>
            <a:pPr algn="l"/>
            <a:r>
              <a:rPr lang="pt-BR" b="1" dirty="0"/>
              <a:t>MATEUS BALDOINO GUIMARÃES SÁ</a:t>
            </a:r>
          </a:p>
          <a:p>
            <a:endParaRPr lang="pt-BR" dirty="0"/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6328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25D49-FF32-75D9-2196-4E89AF61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0702"/>
            <a:ext cx="10131551" cy="817234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A necessidade de um aplicativo de finanças</a:t>
            </a:r>
            <a:br>
              <a:rPr lang="pt-BR" b="1" dirty="0"/>
            </a:br>
            <a:br>
              <a:rPr lang="pt-BR" b="1" dirty="0"/>
            </a:b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05C929-3A84-B89F-6FE5-0E0A65492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856"/>
            <a:ext cx="6412992" cy="5043107"/>
          </a:xfrm>
        </p:spPr>
        <p:txBody>
          <a:bodyPr>
            <a:normAutofit/>
          </a:bodyPr>
          <a:lstStyle/>
          <a:p>
            <a:r>
              <a:rPr lang="pt-BR" sz="2200" dirty="0">
                <a:latin typeface="+mj-lt"/>
                <a:cs typeface="Arial" panose="020B0604020202020204" pitchFamily="34" charset="0"/>
              </a:rPr>
              <a:t>Muitas pessoas não registram seus gastos diariamente. Sem acompanhamento, fica difícil saber para onde o dinheiro está indo.</a:t>
            </a:r>
          </a:p>
          <a:p>
            <a:r>
              <a:rPr lang="pt-BR" sz="2200" dirty="0">
                <a:latin typeface="+mj-lt"/>
                <a:cs typeface="Arial" panose="020B0604020202020204" pitchFamily="34" charset="0"/>
              </a:rPr>
              <a:t>Pequenas despesas passam despercebidas. Gastos frequentes e pequenos podem comprometer o orçamento mensal.</a:t>
            </a:r>
          </a:p>
          <a:p>
            <a:r>
              <a:rPr lang="pt-BR" sz="2200" dirty="0">
                <a:latin typeface="+mj-lt"/>
                <a:cs typeface="Arial" panose="020B0604020202020204" pitchFamily="34" charset="0"/>
              </a:rPr>
              <a:t>A falta de controle prejudica o planejamento financeiro. Sem dados claros, o usuário toma decisões com base em estimativas.</a:t>
            </a:r>
          </a:p>
          <a:p>
            <a:r>
              <a:rPr lang="pt-BR" sz="2200" dirty="0">
                <a:latin typeface="+mj-lt"/>
                <a:cs typeface="Arial" panose="020B0604020202020204" pitchFamily="34" charset="0"/>
              </a:rPr>
              <a:t>O celular está sempre próximo do usuário. Um aplicativo permite registrar despesas de forma rápida no momento em que elas acontecem.</a:t>
            </a:r>
          </a:p>
          <a:p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DA726E1-47AB-683E-0123-03FBEBC567EF}"/>
              </a:ext>
            </a:extLst>
          </p:cNvPr>
          <p:cNvSpPr/>
          <p:nvPr/>
        </p:nvSpPr>
        <p:spPr>
          <a:xfrm>
            <a:off x="8796528" y="1690688"/>
            <a:ext cx="2404872" cy="914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Dor principal:</a:t>
            </a:r>
          </a:p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Falta de visão dos gastos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92872CF-0404-18C5-1E35-53676B6D3AEB}"/>
              </a:ext>
            </a:extLst>
          </p:cNvPr>
          <p:cNvSpPr/>
          <p:nvPr/>
        </p:nvSpPr>
        <p:spPr>
          <a:xfrm>
            <a:off x="8796528" y="2896457"/>
            <a:ext cx="2404872" cy="9144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Impacto:</a:t>
            </a:r>
          </a:p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Dificuldade para planejar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1596588-FE89-505F-3054-0B409D00DE0E}"/>
              </a:ext>
            </a:extLst>
          </p:cNvPr>
          <p:cNvSpPr/>
          <p:nvPr/>
        </p:nvSpPr>
        <p:spPr>
          <a:xfrm>
            <a:off x="8796528" y="4252912"/>
            <a:ext cx="2404872" cy="9144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Oportunidade:</a:t>
            </a:r>
          </a:p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Organização em um só lugar</a:t>
            </a:r>
          </a:p>
        </p:txBody>
      </p:sp>
    </p:spTree>
    <p:extLst>
      <p:ext uri="{BB962C8B-B14F-4D97-AF65-F5344CB8AC3E}">
        <p14:creationId xmlns:p14="http://schemas.microsoft.com/office/powerpoint/2010/main" val="255374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A6B7C-699F-F52D-A863-33EEF0DD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Solução: FM Finanças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4CD4C1-16B5-ABCE-2D9A-80D78CB5A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08177"/>
            <a:ext cx="10131425" cy="5138928"/>
          </a:xfrm>
        </p:spPr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2068AFD-FA27-D1F1-BE9D-D584762850C3}"/>
              </a:ext>
            </a:extLst>
          </p:cNvPr>
          <p:cNvSpPr/>
          <p:nvPr/>
        </p:nvSpPr>
        <p:spPr>
          <a:xfrm>
            <a:off x="1325880" y="2199304"/>
            <a:ext cx="9138920" cy="118228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Login e cadastro:</a:t>
            </a:r>
          </a:p>
          <a:p>
            <a:pPr algn="ctr"/>
            <a:r>
              <a:rPr lang="pt-BR" dirty="0"/>
              <a:t>Para entrar no aplicativo, basta criar uma conta, com seu nome completo, e-mail e senha. O usuário cadastra suas despesas no momento desejado. Cada gasto pode ser organizado por categoria.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43106C3-FCD3-BB43-C877-503B01439492}"/>
              </a:ext>
            </a:extLst>
          </p:cNvPr>
          <p:cNvSpPr/>
          <p:nvPr/>
        </p:nvSpPr>
        <p:spPr>
          <a:xfrm>
            <a:off x="1325880" y="3780878"/>
            <a:ext cx="9090026" cy="106002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Registro de despesas: </a:t>
            </a:r>
            <a:r>
              <a:rPr lang="pt-BR" dirty="0"/>
              <a:t>Valor, data, descrição e categoria</a:t>
            </a:r>
            <a:br>
              <a:rPr lang="pt-BR" b="1" dirty="0"/>
            </a:br>
            <a:r>
              <a:rPr lang="pt-BR" dirty="0"/>
              <a:t>A tela inicial mostra um resumo financeiro. Total gasto, quantidade de despesas e categoria de maior gasto.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5F115B7-A0F8-5B3C-5C98-FF9167B3B696}"/>
              </a:ext>
            </a:extLst>
          </p:cNvPr>
          <p:cNvSpPr/>
          <p:nvPr/>
        </p:nvSpPr>
        <p:spPr>
          <a:xfrm>
            <a:off x="1374774" y="5236805"/>
            <a:ext cx="9090026" cy="9144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Controle:</a:t>
            </a:r>
          </a:p>
          <a:p>
            <a:pPr algn="ctr"/>
            <a:r>
              <a:rPr lang="pt-BR" dirty="0"/>
              <a:t>Filtros e gráfico facilitam a interpretação. O usuário consegue analisar gastos por período e categoria.</a:t>
            </a:r>
          </a:p>
        </p:txBody>
      </p:sp>
    </p:spTree>
    <p:extLst>
      <p:ext uri="{BB962C8B-B14F-4D97-AF65-F5344CB8AC3E}">
        <p14:creationId xmlns:p14="http://schemas.microsoft.com/office/powerpoint/2010/main" val="2013090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FB774-83F5-CE61-1A21-D80AD43D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19457"/>
            <a:ext cx="10131425" cy="1289304"/>
          </a:xfrm>
        </p:spPr>
        <p:txBody>
          <a:bodyPr>
            <a:normAutofit fontScale="90000"/>
          </a:bodyPr>
          <a:lstStyle/>
          <a:p>
            <a:pPr algn="ctr"/>
            <a:r>
              <a:rPr lang="pt-BR" sz="4800" b="1" dirty="0"/>
              <a:t>Benefícios para o usuário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6D0FE9-54FB-FA18-ADC9-6430F218E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26464"/>
            <a:ext cx="7616951" cy="4873752"/>
          </a:xfrm>
        </p:spPr>
        <p:txBody>
          <a:bodyPr/>
          <a:lstStyle/>
          <a:p>
            <a:r>
              <a:rPr lang="pt-BR" sz="2200" dirty="0"/>
              <a:t>Melhor organização financeira pessoal. As despesas ficam registradas em um único lugar.</a:t>
            </a:r>
          </a:p>
          <a:p>
            <a:r>
              <a:rPr lang="pt-BR" sz="2200" dirty="0"/>
              <a:t>Identificação das categorias com maior gasto. O gráfico ajuda a visualizar onde o dinheiro está sendo usado.</a:t>
            </a:r>
          </a:p>
          <a:p>
            <a:r>
              <a:rPr lang="pt-BR" sz="2200" dirty="0"/>
              <a:t>Apoio na tomada de decisão. Com informações claras, o usuário pode reduzir gastos desnecessários.</a:t>
            </a:r>
          </a:p>
          <a:p>
            <a:r>
              <a:rPr lang="pt-BR" sz="2200" dirty="0"/>
              <a:t>Consulta rápida e prática. A lista de despesas recentes facilita o acompanhamento do histórico.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72EF580-0DE3-933C-DF09-748156405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960" y="2268492"/>
            <a:ext cx="1905266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94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30</TotalTime>
  <Words>331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Celestial</vt:lpstr>
      <vt:lpstr>FM Finanças </vt:lpstr>
      <vt:lpstr>A necessidade de um aplicativo de finanças   </vt:lpstr>
      <vt:lpstr>Solução: FM Finanças </vt:lpstr>
      <vt:lpstr>Benefícios para o usuário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Filipe Gomes</dc:creator>
  <cp:lastModifiedBy>Filipe Gomes</cp:lastModifiedBy>
  <cp:revision>2</cp:revision>
  <dcterms:created xsi:type="dcterms:W3CDTF">2026-06-07T21:44:09Z</dcterms:created>
  <dcterms:modified xsi:type="dcterms:W3CDTF">2026-06-07T23:22:30Z</dcterms:modified>
</cp:coreProperties>
</file>